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CALC-AGENT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calculator — agent architecture overview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977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the agent build-out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calc-api-app  ·  Spring Boot 4.1  ·  Spring AI  ·  Claude Haiku 4.5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→ Calc-Agent → sub-agents → MCP server tools → existing Spring Boot calculator API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24248" y="10515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769968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58488" y="214884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2B134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404208" y="2148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Calc-Agent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0" y="1554480"/>
            <a:ext cx="914" cy="5943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32120" y="1700784"/>
            <a:ext cx="274320" cy="2743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53212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V="1">
            <a:off x="6492240" y="1554480"/>
            <a:ext cx="914" cy="5943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29400" y="1700784"/>
            <a:ext cx="274320" cy="2743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62940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1783080"/>
            <a:ext cx="2770632" cy="777240"/>
          </a:xfrm>
          <a:prstGeom prst="roundRect">
            <a:avLst>
              <a:gd name="adj" fmla="val 9412"/>
            </a:avLst>
          </a:prstGeom>
          <a:solidFill>
            <a:srgbClr val="F2B134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549640" y="178308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50328" y="2148840"/>
            <a:ext cx="853592" cy="914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39964" y="2011680"/>
            <a:ext cx="274320" cy="2743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939964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flipH="1">
            <a:off x="7650328" y="2450592"/>
            <a:ext cx="853592" cy="914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39964" y="2523744"/>
            <a:ext cx="274320" cy="2743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939964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H="1">
            <a:off x="1815084" y="2743200"/>
            <a:ext cx="4189324" cy="5029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4668012" y="2743200"/>
            <a:ext cx="1336396" cy="5029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04408" y="2743200"/>
            <a:ext cx="1516532" cy="5029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04408" y="2743200"/>
            <a:ext cx="4369460" cy="5029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67248" y="2852928"/>
            <a:ext cx="274320" cy="2743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867248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246120"/>
            <a:ext cx="2532888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94360" y="324612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Agent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815084" y="3749040"/>
            <a:ext cx="914" cy="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401568" y="3246120"/>
            <a:ext cx="2532888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3447288" y="324612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Agent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668012" y="3749040"/>
            <a:ext cx="914" cy="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54496" y="3246120"/>
            <a:ext cx="2532888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300216" y="324612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Agent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520940" y="3749040"/>
            <a:ext cx="914" cy="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107424" y="3246120"/>
            <a:ext cx="2532888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153144" y="324612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Agent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0373868" y="3749040"/>
            <a:ext cx="914" cy="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8640" y="4160520"/>
            <a:ext cx="2532888" cy="50292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594360" y="416052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add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401568" y="4160520"/>
            <a:ext cx="2532888" cy="50292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3447288" y="416052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subtract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54496" y="4160520"/>
            <a:ext cx="2532888" cy="50292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6300216" y="416052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multiply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107424" y="4160520"/>
            <a:ext cx="2532888" cy="50292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9153144" y="416052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divide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371600" y="5074920"/>
            <a:ext cx="9445752" cy="621792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1417320" y="5074920"/>
            <a:ext cx="9354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  —  /api/calc/{add | subtract | multiply | divide}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CalculatorController + CalculatorService — unchanged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815084" y="4663440"/>
            <a:ext cx="914" cy="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668012" y="4663440"/>
            <a:ext cx="914" cy="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520940" y="4663440"/>
            <a:ext cx="914" cy="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0373868" y="4663440"/>
            <a:ext cx="914" cy="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457200" y="58247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①③⑤ are fully deterministic Java — the same tested REST API and services the calculator UI already uses.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7200" y="621792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5F7FC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40080" y="6272784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message  →  </a:t>
            </a:r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LLM parses → {operation, a, b}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③ route → MCP tool → API  →  </a:t>
            </a:r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LLM composes the reply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⑤ final answer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40080" y="6547104"/>
            <a:ext cx="182880" cy="1828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96112" y="65288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(AI) — steps ② ④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840480" y="654710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096512" y="65288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Java — steps ① ③ ⑤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 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message, start to finish — 12 hops across 6 components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4955" y="96012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25400" dir="5400000">
              <a:srgbClr val="1E2761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74955" y="960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320775" y="1417320"/>
            <a:ext cx="914" cy="4846320"/>
          </a:xfrm>
          <a:prstGeom prst="line">
            <a:avLst/>
          </a:prstGeom>
          <a:noFill/>
          <a:ln w="15875">
            <a:solidFill>
              <a:srgbClr val="D8DEE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384984" y="96012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2B134"/>
          </a:solidFill>
          <a:ln/>
          <a:effectLst>
            <a:outerShdw sx="100000" sy="100000" kx="0" ky="0" algn="bl" rotWithShape="0" blurRad="50800" dist="25400" dir="5400000">
              <a:srgbClr val="1E2761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384984" y="960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Calc-Agent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30804" y="1417320"/>
            <a:ext cx="914" cy="4846320"/>
          </a:xfrm>
          <a:prstGeom prst="line">
            <a:avLst/>
          </a:prstGeom>
          <a:noFill/>
          <a:ln w="15875">
            <a:solidFill>
              <a:srgbClr val="D8DEE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295013" y="96012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2B134"/>
          </a:solidFill>
          <a:ln/>
          <a:effectLst>
            <a:outerShdw sx="100000" sy="100000" kx="0" ky="0" algn="bl" rotWithShape="0" blurRad="50800" dist="25400" dir="5400000">
              <a:srgbClr val="1E2761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295013" y="960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40833" y="1417320"/>
            <a:ext cx="914" cy="4846320"/>
          </a:xfrm>
          <a:prstGeom prst="line">
            <a:avLst/>
          </a:prstGeom>
          <a:noFill/>
          <a:ln w="15875">
            <a:solidFill>
              <a:srgbClr val="D8DEE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205042" y="96012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  <a:effectLst>
            <a:outerShdw sx="100000" sy="100000" kx="0" ky="0" algn="bl" rotWithShape="0" blurRad="50800" dist="25400" dir="5400000">
              <a:srgbClr val="1E2761">
                <a:alpha val="2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05042" y="960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50862" y="1417320"/>
            <a:ext cx="914" cy="4846320"/>
          </a:xfrm>
          <a:prstGeom prst="line">
            <a:avLst/>
          </a:prstGeom>
          <a:noFill/>
          <a:ln w="15875">
            <a:solidFill>
              <a:srgbClr val="D8DEEC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115071" y="96012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/>
          <a:effectLst>
            <a:outerShdw sx="100000" sy="100000" kx="0" ky="0" algn="bl" rotWithShape="0" blurRad="50800" dist="25400" dir="5400000">
              <a:srgbClr val="1E2761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115071" y="960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60891" y="1417320"/>
            <a:ext cx="914" cy="4846320"/>
          </a:xfrm>
          <a:prstGeom prst="line">
            <a:avLst/>
          </a:prstGeom>
          <a:noFill/>
          <a:ln w="15875">
            <a:solidFill>
              <a:srgbClr val="D8DEE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025101" y="96012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25400" dir="5400000">
              <a:srgbClr val="1E2761">
                <a:alpha val="2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25101" y="960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870921" y="1417320"/>
            <a:ext cx="914" cy="4846320"/>
          </a:xfrm>
          <a:prstGeom prst="line">
            <a:avLst/>
          </a:prstGeom>
          <a:noFill/>
          <a:ln w="15875">
            <a:solidFill>
              <a:srgbClr val="D8DEE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320775" y="1691640"/>
            <a:ext cx="1910029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138629" y="155448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138629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12749" y="13807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30804" y="2071116"/>
            <a:ext cx="1910029" cy="914"/>
          </a:xfrm>
          <a:prstGeom prst="line">
            <a:avLst/>
          </a:prstGeom>
          <a:noFill/>
          <a:ln w="22225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048658" y="1933956"/>
            <a:ext cx="274320" cy="2743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048658" y="19339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722778" y="17602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parse params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 flipH="1">
            <a:off x="3230804" y="2450592"/>
            <a:ext cx="1910029" cy="914"/>
          </a:xfrm>
          <a:prstGeom prst="line">
            <a:avLst/>
          </a:prstGeom>
          <a:noFill/>
          <a:ln w="22225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048658" y="2313432"/>
            <a:ext cx="274320" cy="2743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4048658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722778" y="21396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operation, a, b }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30804" y="2830068"/>
            <a:ext cx="3820058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003673" y="2692908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5003673" y="26929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677793" y="25191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operation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050862" y="3209544"/>
            <a:ext cx="1910029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868717" y="307238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7868717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542837" y="28986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tools/call (a, b)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960891" y="3589020"/>
            <a:ext cx="1910029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778746" y="345186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9778746" y="34518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452866" y="32781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/api/calc/{op}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 flipH="1">
            <a:off x="8960891" y="3968496"/>
            <a:ext cx="1910029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778746" y="3831336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9778746" y="3831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452866" y="36576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result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7050862" y="4347972"/>
            <a:ext cx="1910029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868717" y="421081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7868717" y="42108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542837" y="40370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result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 flipH="1">
            <a:off x="3230804" y="4727448"/>
            <a:ext cx="3820058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003673" y="4590288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5003673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3677793" y="44165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result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30804" y="5106924"/>
            <a:ext cx="1910029" cy="914"/>
          </a:xfrm>
          <a:prstGeom prst="line">
            <a:avLst/>
          </a:prstGeom>
          <a:noFill/>
          <a:ln w="22225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048658" y="4969764"/>
            <a:ext cx="274320" cy="2743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4048658" y="49697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2722778" y="47960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result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 flipH="1">
            <a:off x="3230804" y="5486400"/>
            <a:ext cx="1910029" cy="914"/>
          </a:xfrm>
          <a:prstGeom prst="line">
            <a:avLst/>
          </a:prstGeom>
          <a:noFill/>
          <a:ln w="22225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048658" y="5349240"/>
            <a:ext cx="274320" cy="2743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64" name="Text 62"/>
          <p:cNvSpPr txBox="1"/>
          <p:nvPr/>
        </p:nvSpPr>
        <p:spPr>
          <a:xfrm>
            <a:off x="4048658" y="5349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2722778" y="51755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answer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 flipH="1">
            <a:off x="1320775" y="5865876"/>
            <a:ext cx="1910029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2138629" y="5728716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68" name="Text 66"/>
          <p:cNvSpPr txBox="1"/>
          <p:nvPr/>
        </p:nvSpPr>
        <p:spPr>
          <a:xfrm>
            <a:off x="2138629" y="5728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812749" y="55549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57200" y="6373368"/>
            <a:ext cx="11274552" cy="493776"/>
          </a:xfrm>
          <a:prstGeom prst="roundRect">
            <a:avLst>
              <a:gd name="adj" fmla="val 11111"/>
            </a:avLst>
          </a:prstGeom>
          <a:solidFill>
            <a:srgbClr val="F5F7FC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85800" y="6373368"/>
            <a:ext cx="10817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always replies to Calc-Agent</a:t>
            </a:r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steps ③ and ⑪ — never straight to Chat UI. Calc-Agent is the only component that talks to both the LLM and the Chat UI.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&amp;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141B47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1612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framework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356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via Spring AI (Anthropic starter) — Boot 4.1 compatibility is unverified and will be checked in T1.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203704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141B47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3134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8775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claude-haiku-4-5-20251001 — fastest/cheapest current model, right-sized for a short structured-extraction task.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355848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141B47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4655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3989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from H:\neet-exam-admin (already provisioned there); stored in a new gitignored application-local.yml at the project root.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507992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141B47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LLM calls, not one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920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Calc-Agent alone talks to the LLM: once to understand the request, once to phrase the final answer. Sub-agents stay fully deterministic.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051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— one task at a time, “go” between each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389888"/>
          <a:ext cx="53949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754880"/>
              </a:tblGrid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T0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Architecture deck (this file)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T1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Spring AI + API key wiring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T2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DTOs (ParsedCalculation, ChatRequest/Response)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T3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Tools — call existing /api/calc/*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T4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Sub-agents (Add/Subtract/Multiply/Division)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T5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Calc-Agent orchestrator (2 LLM calls)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T6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Chat endpoint (POST /api/chat)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T7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Chat UI (chat.html)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T8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Tests (mocked ChatClient)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T9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1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End-to-end verification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calc-api-app</dc:creator>
  <cp:lastModifiedBy>calc-api-app</cp:lastModifiedBy>
  <cp:revision>1</cp:revision>
  <dcterms:created xsi:type="dcterms:W3CDTF">2026-09-23T17:24:20Z</dcterms:created>
  <dcterms:modified xsi:type="dcterms:W3CDTF">2026-09-23T17:24:20Z</dcterms:modified>
</cp:coreProperties>
</file>